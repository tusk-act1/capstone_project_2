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Multimodal Smart Knowledge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Develop an AI assistant supporting multiple input/output modalities.</a:t>
            </a:r>
          </a:p>
          <a:p>
            <a:pPr>
              <a:defRPr sz="2400"/>
            </a:pPr>
            <a:r>
              <a:t>Handle text, speech, and image inputs.</a:t>
            </a:r>
          </a:p>
          <a:p>
            <a:pPr>
              <a:defRPr sz="2400"/>
            </a:pPr>
            <a:r>
              <a:t>Generate image captions and images from text.</a:t>
            </a:r>
          </a:p>
          <a:p>
            <a:pPr>
              <a:defRPr sz="2400"/>
            </a:pPr>
            <a:r>
              <a:t>Implement Multimodal Retrieval-Augmented Generation (RAG).</a:t>
            </a:r>
          </a:p>
          <a:p>
            <a:pPr>
              <a:defRPr sz="2400"/>
            </a:pPr>
            <a:r>
              <a:t>Provide intelligent responses with Speech synthesis.</a:t>
            </a:r>
          </a:p>
          <a:p>
            <a:pPr>
              <a:defRPr sz="2400"/>
            </a:pPr>
            <a:r>
              <a:t>Deliver an easy-to-use Gradio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Text &amp;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Text Input: Users can type natural language queries.</a:t>
            </a:r>
          </a:p>
          <a:p>
            <a:pPr>
              <a:defRPr sz="2400"/>
            </a:pPr>
            <a:r>
              <a:t>Speech Input: Speak questions, converted to text via Whisper.</a:t>
            </a:r>
          </a:p>
          <a:p>
            <a:pPr>
              <a:defRPr sz="2400"/>
            </a:pPr>
            <a:r>
              <a:t>Text Response: LLM generates contextual answers.</a:t>
            </a:r>
          </a:p>
          <a:p>
            <a:pPr>
              <a:defRPr sz="2400"/>
            </a:pPr>
            <a:r>
              <a:t>Speech Response: Answers converted into speech using gTTS.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Image Upload: Users can provide visual context.</a:t>
            </a:r>
          </a:p>
          <a:p>
            <a:pPr>
              <a:defRPr sz="2400"/>
            </a:pPr>
            <a:r>
              <a:t>Image Captioning: Automatically describe uploaded images (BLIP/Llama Vision).</a:t>
            </a:r>
          </a:p>
          <a:p>
            <a:pPr>
              <a:defRPr sz="2400"/>
            </a:pPr>
            <a:r>
              <a:t>Image Generation: Create novel images from text prompts (Stable Diffusion / DALL-E).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Multimodal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Knowledge Base: JSON-based domain knowledge (College, Tourism, Healthcare, etc.).</a:t>
            </a:r>
          </a:p>
          <a:p>
            <a:pPr>
              <a:defRPr sz="2400"/>
            </a:pPr>
            <a:r>
              <a:t>Embeddings: Sentence transformers (MiniLM).</a:t>
            </a:r>
          </a:p>
          <a:p>
            <a:pPr>
              <a:defRPr sz="2400"/>
            </a:pPr>
            <a:r>
              <a:t>Vector Store: FAISS for fast similarity search.</a:t>
            </a:r>
          </a:p>
          <a:p>
            <a:pPr>
              <a:defRPr sz="2400"/>
            </a:pPr>
            <a:r>
              <a:t>Retrieval: LangChain integration for context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Interface: Gradio</a:t>
            </a:r>
          </a:p>
          <a:p>
            <a:pPr>
              <a:defRPr sz="2400"/>
            </a:pPr>
            <a:r>
              <a:t>Speech-to-Text: OpenAI Whisper</a:t>
            </a:r>
          </a:p>
          <a:p>
            <a:pPr>
              <a:defRPr sz="2400"/>
            </a:pPr>
            <a:r>
              <a:t>Text-to-Speech: gTTS</a:t>
            </a:r>
          </a:p>
          <a:p>
            <a:pPr>
              <a:defRPr sz="2400"/>
            </a:pPr>
            <a:r>
              <a:t>Image Models: BLIP, Stable Diffusion</a:t>
            </a:r>
          </a:p>
          <a:p>
            <a:pPr>
              <a:defRPr sz="2400"/>
            </a:pPr>
            <a:r>
              <a:t>Retrieval: LangChain, FAISS</a:t>
            </a:r>
          </a:p>
          <a:p>
            <a:pPr>
              <a:defRPr sz="2400"/>
            </a:pPr>
            <a:r>
              <a:t>LLM: Mixtral-8x7B (via Hugging Face) or OpenAI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app.py: Main Gradio application entry point.</a:t>
            </a:r>
          </a:p>
          <a:p>
            <a:pPr>
              <a:defRPr sz="2400"/>
            </a:pPr>
            <a:r>
              <a:t>modules/: Dedicated modules for speech, vision, rag, and llm.</a:t>
            </a:r>
          </a:p>
          <a:p>
            <a:pPr>
              <a:defRPr sz="2400"/>
            </a:pPr>
            <a:r>
              <a:t>knowledge_base/: JSON files for various domains.</a:t>
            </a:r>
          </a:p>
          <a:p>
            <a:pPr>
              <a:defRPr sz="2400"/>
            </a:pPr>
            <a:r>
              <a:t>assets/: Automatically generated FAISS index and local data.</a:t>
            </a:r>
          </a:p>
          <a:p>
            <a:pPr>
              <a:defRPr sz="2400"/>
            </a:pPr>
            <a:r>
              <a:t>Easily extensible to add new domains.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comprehensive multimodal assistant unifying Text, Speech, and Vision.</a:t>
            </a:r>
          </a:p>
          <a:p>
            <a:pPr>
              <a:defRPr sz="2400"/>
            </a:pPr>
            <a:r>
              <a:t>Leverages state-of-the-art open source and API-based models.</a:t>
            </a:r>
          </a:p>
          <a:p>
            <a:pPr>
              <a:defRPr sz="2400"/>
            </a:pPr>
            <a:r>
              <a:t>Flexible, easily extendable knowledge base.</a:t>
            </a:r>
          </a:p>
          <a:p>
            <a:pPr>
              <a:defRPr sz="2400"/>
            </a:pPr>
            <a:r>
              <a:t>Ready for diverse applications (Education, Tourism, Healthcare).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